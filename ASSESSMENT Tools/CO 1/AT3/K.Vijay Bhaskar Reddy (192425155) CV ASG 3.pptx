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5375" y="1478458"/>
            <a:ext cx="10001250" cy="219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0F172A"/>
                </a:solidFill>
                <a:latin typeface="Inter"/>
              </a:rPr>
              <a:t>Comparative Technical Analysis:</a:t>
            </a:r>
            <a:r>
              <a:t>
</a:t>
            </a:r>
            <a:r>
              <a:rPr sz="4800" b="1" i="0" u="none">
                <a:solidFill>
                  <a:srgbClr val="0F172A"/>
                </a:solidFill>
                <a:latin typeface="Inter"/>
              </a:rPr>
              <a:t> Image Processing vs. Computer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3958679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33500" y="4282529"/>
            <a:ext cx="95250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 Medium"/>
              </a:rPr>
              <a:t>Sub: ITA0512 Computer Vision</a:t>
            </a:r>
            <a:r>
              <a:t>
</a:t>
            </a:r>
            <a:r>
              <a:rPr sz="1800" b="0" i="0" u="none">
                <a:solidFill>
                  <a:srgbClr val="475569"/>
                </a:solidFill>
                <a:latin typeface="Inter Medium"/>
              </a:rPr>
              <a:t> Done by: K.Vijay Bhaskar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7450"/>
            <a:ext cx="5334000" cy="2981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57450"/>
            <a:ext cx="5334000" cy="2981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847975"/>
            <a:ext cx="4780597" cy="34290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Inter"/>
              </a:rPr>
              <a:t>Image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2025" y="3314700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3524250"/>
            <a:ext cx="45529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Primarily concerned with the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enhancement, restoration, and transformation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of digital images. It focuses on modifying physical properties (pixels, contrast, colors) to improve visual quality without trying to understand image contents.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2847975"/>
            <a:ext cx="4780597" cy="34290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Inter"/>
              </a:rPr>
              <a:t>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7025" y="3314700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7025" y="3524250"/>
            <a:ext cx="45529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Aims to give machines </a:t>
            </a:r>
            <a:r>
              <a:rPr sz="1500" b="1" i="0" u="none" dirty="0">
                <a:solidFill>
                  <a:srgbClr val="334155"/>
                </a:solidFill>
                <a:latin typeface="Inter"/>
              </a:rPr>
              <a:t>human-like perception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, enabling them to interpret, analyze, and gain high-level understanding from visual data to produce semantic descriptions of scenes and answer: </a:t>
            </a:r>
            <a:r>
              <a:rPr sz="1500" b="0" i="1" u="none" dirty="0">
                <a:solidFill>
                  <a:srgbClr val="334155"/>
                </a:solidFill>
                <a:latin typeface="Inter"/>
              </a:rPr>
              <a:t>"What am I looking at?"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876550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2876550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0F172A"/>
                </a:solidFill>
                <a:latin typeface="Inter"/>
              </a:rPr>
              <a:t>Defining the Problem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1930896"/>
            <a:ext cx="11049000" cy="403443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758635"/>
              </p:ext>
            </p:extLst>
          </p:nvPr>
        </p:nvGraphicFramePr>
        <p:xfrm>
          <a:off x="571500" y="1743959"/>
          <a:ext cx="11039473" cy="4221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5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0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3823">
                <a:tc>
                  <a:txBody>
                    <a:bodyPr/>
                    <a:lstStyle/>
                    <a:p>
                      <a:pPr algn="ctr"/>
                      <a:r>
                        <a:rPr sz="1600" b="1" i="0" u="none" dirty="0">
                          <a:solidFill>
                            <a:srgbClr val="0F172A"/>
                          </a:solidFill>
                          <a:latin typeface="Inter"/>
                        </a:rPr>
                        <a:t>Technical Aspect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0F172A"/>
                          </a:solidFill>
                          <a:latin typeface="Inter"/>
                        </a:rPr>
                        <a:t>Image Processing (IP)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0F172A"/>
                          </a:solidFill>
                          <a:latin typeface="Inter"/>
                        </a:rPr>
                        <a:t>Computer Vision (CV)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886">
                <a:tc>
                  <a:txBody>
                    <a:bodyPr/>
                    <a:lstStyle/>
                    <a:p>
                      <a:pPr algn="ctr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Primary Goal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Modify or enhance an image to improve visual quality.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Interpret, analyze, and understand the semantic content.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886">
                <a:tc>
                  <a:txBody>
                    <a:bodyPr/>
                    <a:lstStyle/>
                    <a:p>
                      <a:pPr algn="ctr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Output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Modified image (image-to-image).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334155"/>
                          </a:solidFill>
                          <a:latin typeface="Inter"/>
                        </a:rPr>
                        <a:t>High-level description or decision (image-to-information).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886">
                <a:tc>
                  <a:txBody>
                    <a:bodyPr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334155"/>
                          </a:solidFill>
                          <a:latin typeface="Inter"/>
                        </a:rPr>
                        <a:t>Problem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Filtering, noise reduction, geometric transformation.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Object recognition, detection, tracking, segmentation.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888">
                <a:tc>
                  <a:txBody>
                    <a:bodyPr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334155"/>
                          </a:solidFill>
                          <a:latin typeface="Inter"/>
                        </a:rPr>
                        <a:t>Level of Abstraction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Low/Mid Level: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Pixel and edge operations.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High Level:</a:t>
                      </a:r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Object and concept operations.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0F172A"/>
                </a:solidFill>
                <a:latin typeface="Inter"/>
              </a:rPr>
              <a:t>Technical Domain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8350"/>
            <a:ext cx="3492549" cy="3819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038350"/>
            <a:ext cx="3492549" cy="3819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038350"/>
            <a:ext cx="3492549" cy="3819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075" y="2428875"/>
            <a:ext cx="857250" cy="85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77570" y="3524250"/>
            <a:ext cx="20802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Inter"/>
              </a:rPr>
              <a:t>1. Acquisition &amp;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43350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Acquires raw data and applies Image Processing to clean and prepare the input (e.g., denoise, correct exposure, resize).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375" y="2428875"/>
            <a:ext cx="857250" cy="857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5847" y="3524250"/>
            <a:ext cx="244030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Inter"/>
              </a:rPr>
              <a:t>2.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94335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Identifies key edges, textures, and regions of interest, bridging low-level pixels to higher-level patterns.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674" y="2428875"/>
            <a:ext cx="857250" cy="857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14154" y="3524250"/>
            <a:ext cx="232029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Inter"/>
              </a:rPr>
              <a:t>3. CV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943350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Processes extracted features through Machine Learning models to produce semantic output and decisions.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9100" y="2628900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8825" y="2628900"/>
            <a:ext cx="5143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5699" y="26289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0F172A"/>
                </a:solidFill>
                <a:latin typeface="Inter"/>
              </a:rPr>
              <a:t>The Foundational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43112"/>
            <a:ext cx="5334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2009307"/>
            <a:ext cx="50482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Image Processing Task:</a:t>
            </a:r>
            <a:r>
              <a:rPr sz="2400" dirty="0"/>
              <a:t>
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Takes raw video input, corrects lens distortion, performs deblurring from high-speed motion, and enhances contrast in low-light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948112"/>
            <a:ext cx="50482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Computer Vision Task:</a:t>
            </a:r>
            <a:r>
              <a:rPr sz="2400" dirty="0"/>
              <a:t>
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Analyzes </a:t>
            </a:r>
            <a:r>
              <a:rPr sz="2000" b="0" i="0" u="none" dirty="0">
                <a:solidFill>
                  <a:srgbClr val="334155"/>
                </a:solidFill>
                <a:latin typeface="Inter"/>
              </a:rPr>
              <a:t>video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frames to detect and classify pedestrians, lane lines, traffic signs, and vehicles to make real-time driving decisions.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Inter"/>
              </a:rPr>
              <a:t>Practical Application: Autonomous Vehicles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92" y="2043112"/>
            <a:ext cx="952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716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38362"/>
            <a:ext cx="3492549" cy="361935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138362"/>
            <a:ext cx="3492549" cy="3619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138362"/>
            <a:ext cx="3492549" cy="36193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887" y="2528887"/>
            <a:ext cx="809625" cy="80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7537" y="3576637"/>
            <a:ext cx="26003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Complementary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5737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Image Processing cleans, enhances, and prepares raw visual data, while Computer Vision interprets it to extract high-level semantic meaning.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1187" y="2528887"/>
            <a:ext cx="809625" cy="809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0856" y="3576637"/>
            <a:ext cx="229028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Deterministic vs.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995737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Image Processing relies on mathematical algorithms, whereas Computer Vision leverages probabilistic Machine Learning and Deep Learning models.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9487" y="2528887"/>
            <a:ext cx="809625" cy="809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19167" y="3576637"/>
            <a:ext cx="211026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Strategic Synergy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995737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Building effective visual AI systems requires unifying high-fidelity Image Processing inputs with intelligent Computer Vision decision-making.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150" y="2724150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8837" y="2724150"/>
            <a:ext cx="314325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4749" y="272415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0F172A"/>
                </a:solidFill>
                <a:latin typeface="Inter"/>
              </a:rPr>
              <a:t>Summary &amp; Key Takeaways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D3BB7-C71B-D452-C64E-58C6A2FD6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4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408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Inter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kandukuri Vijay Bhaskar Reddy</cp:lastModifiedBy>
  <cp:revision>2</cp:revision>
  <dcterms:created xsi:type="dcterms:W3CDTF">2013-01-27T09:14:16Z</dcterms:created>
  <dcterms:modified xsi:type="dcterms:W3CDTF">2026-07-29T04:33:11Z</dcterms:modified>
  <cp:category/>
</cp:coreProperties>
</file>