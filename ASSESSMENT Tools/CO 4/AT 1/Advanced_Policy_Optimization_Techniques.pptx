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41B3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41B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394960"/>
            <a:ext cx="1463040" cy="1463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965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A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Policy Optimization Techniques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Comparing PPO, TRPO, DDPG and Model-Based Reinforcement Learning for Robotics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11096" y="5074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41B3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59936" y="5074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41B3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5074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41B3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DDPG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57616" y="5074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41B3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Model-Based RL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23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🤖</a:t>
            </a:r>
            <a:endParaRPr lang="en-US" sz="3380" dirty="0"/>
          </a:p>
        </p:txBody>
      </p:sp>
      <p:sp>
        <p:nvSpPr>
          <p:cNvPr id="6" name="Text 4"/>
          <p:cNvSpPr/>
          <p:nvPr/>
        </p:nvSpPr>
        <p:spPr>
          <a:xfrm>
            <a:off x="2148840" y="1554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Real-World: Robot Arm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48840" y="2103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robotic arm must learn precise, efficient motion through trial and reward.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Robot must move objects accurately.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Wrong actions waste time.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 learns actions using rewards.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492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 </a:t>
            </a:r>
            <a:pPr indent="0" marL="0">
              <a:buNone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the best movement policy.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2528316" y="1417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28316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77156" y="1682496"/>
            <a:ext cx="32004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5042916" y="1417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42916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1756" y="1682496"/>
            <a:ext cx="32004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7557516" y="1417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57516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0356" y="265176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F5F7FB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20356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91156" y="265176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F5F7FB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1156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09076" y="2148840"/>
            <a:ext cx="0" cy="50292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20356" y="2971800"/>
            <a:ext cx="-265176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79876" y="2651760"/>
            <a:ext cx="0" cy="-50292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31520" y="37490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State: Robot position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Action: Movement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Reward: Performance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improves through learning.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PPO, TRPO &amp; DDPG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" y="17373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796" y="173736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" y="2148840"/>
            <a:ext cx="33832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3796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⚙️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82396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policy updates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402836" y="17373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3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173736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2148840"/>
            <a:ext cx="33832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02836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TRPO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02836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31436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updates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151876" y="17373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3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1876" y="173736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51876" y="2148840"/>
            <a:ext cx="33832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51876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DDPG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51876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🎚️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80476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control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27432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" y="2743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CartPole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3150108"/>
            <a:ext cx="30175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419856" y="27432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9856" y="2743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3150108"/>
            <a:ext cx="30175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6300216" y="27432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743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23960" y="3150108"/>
            <a:ext cx="30175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80576" y="27432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0576" y="2743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480560"/>
            <a:ext cx="9811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CartPole environment trains a PPO agent, producing a reward curve that tracks learning progress over episodes.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920240"/>
          <a:ext cx="9811512" cy="301752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  <a:gridCol w="2286000"/>
                <a:gridCol w="2377440"/>
              </a:tblGrid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PPO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TRPO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DDPG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Stability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Complexity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B22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Continuous</a:t>
                      </a:r>
                      <a:endParaRPr lang="en-US" sz="1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77440" y="1924812"/>
            <a:ext cx="45720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645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&amp; simple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TRPO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2930652"/>
            <a:ext cx="45720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651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learning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DDPG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3936492"/>
            <a:ext cx="45720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3657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actions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006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Useful in robotics and automation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B3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41B3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212080"/>
            <a:ext cx="1097280" cy="10972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A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TWO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Model-Based Reinforcement Learning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23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</a:t>
            </a:r>
            <a:endParaRPr lang="en-US" sz="3380" dirty="0"/>
          </a:p>
        </p:txBody>
      </p:sp>
      <p:sp>
        <p:nvSpPr>
          <p:cNvPr id="6" name="Text 4"/>
          <p:cNvSpPr/>
          <p:nvPr/>
        </p:nvSpPr>
        <p:spPr>
          <a:xfrm>
            <a:off x="2148840" y="1554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Real-World: Warehouse Robot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488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warehouse robot must plan efficient routes around obstacles.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Robot must find the best route.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Obstacles can block paths.</a:t>
            </a:r>
            <a:endParaRPr lang="en-US" sz="2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Trial-and-error is inefficient.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492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 </a:t>
            </a:r>
            <a:pPr indent="0" marL="0">
              <a:buNone/>
            </a:pPr>
            <a:r>
              <a:rPr lang="en-US" sz="22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before acting.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Model-Based RL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23774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377440"/>
            <a:ext cx="18745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07208" y="2839212"/>
            <a:ext cx="1828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026664" y="23774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26664" y="2377440"/>
            <a:ext cx="18745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2839212"/>
            <a:ext cx="1828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5157216" y="23774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2377440"/>
            <a:ext cx="18745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68312" y="2839212"/>
            <a:ext cx="1828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7287768" y="23774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87768" y="2377440"/>
            <a:ext cx="18745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98864" y="2839212"/>
            <a:ext cx="1828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9418320" y="237744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2377440"/>
            <a:ext cx="187452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learned model predicts outcomes before the robot commits to an action.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considers: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2185416"/>
            <a:ext cx="4114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11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Robot position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61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2935224"/>
            <a:ext cx="4114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7614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51129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112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3685032"/>
            <a:ext cx="4114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5112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position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26110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0" y="4434840"/>
            <a:ext cx="411480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4261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/ Bad action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237744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5F7FB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606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P(sₜ₊₁ | sₜ, aₜ)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4380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Probability of the next state given current state and action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90956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0956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23260" y="321868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534156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4156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66460" y="321868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6277356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7356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09660" y="321868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9020556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0556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Best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90956" y="2194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0956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23260" y="26700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534156" y="2194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4156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Dynamics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66460" y="26700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6277356" y="2194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7356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Actions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09660" y="26700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9020556" y="2194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12700" dir="5400000">
              <a:srgbClr val="1B2233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0556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Execute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3931920"/>
            <a:ext cx="9445752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931920"/>
            <a:ext cx="8897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learns a model of the environment, plans ahead using it, then acts and refines the model with new experience.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233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🤖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robots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329184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233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🏭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manufacturing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425196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233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251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🚗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28800" y="4251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vehicles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45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3317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Predicts future states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planning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trial-and-error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autonomous decisions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2026-08-18T05:44:09Z</dcterms:created>
  <dcterms:modified xsi:type="dcterms:W3CDTF">2026-08-18T05:44:09Z</dcterms:modified>
</cp:coreProperties>
</file>